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ah Matlala" userId="6ec1090a5fd7a8b3" providerId="LiveId" clId="{E5B31F9E-6602-47E3-A24B-8227BCFAAFDB}"/>
    <pc:docChg chg="modSld">
      <pc:chgData name="Alinah Matlala" userId="6ec1090a5fd7a8b3" providerId="LiveId" clId="{E5B31F9E-6602-47E3-A24B-8227BCFAAFDB}" dt="2026-06-02T23:52:39.289" v="37" actId="20577"/>
      <pc:docMkLst>
        <pc:docMk/>
      </pc:docMkLst>
      <pc:sldChg chg="modSp mod">
        <pc:chgData name="Alinah Matlala" userId="6ec1090a5fd7a8b3" providerId="LiveId" clId="{E5B31F9E-6602-47E3-A24B-8227BCFAAFDB}" dt="2026-06-02T23:52:39.289" v="37" actId="20577"/>
        <pc:sldMkLst>
          <pc:docMk/>
          <pc:sldMk cId="0" sldId="256"/>
        </pc:sldMkLst>
        <pc:spChg chg="mod">
          <ac:chgData name="Alinah Matlala" userId="6ec1090a5fd7a8b3" providerId="LiveId" clId="{E5B31F9E-6602-47E3-A24B-8227BCFAAFDB}" dt="2026-06-02T23:52:39.289" v="37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43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3" y="-4572"/>
            <a:ext cx="9144000" cy="624535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30936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 — 17 Jun to 30 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201168" cy="31546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20040" y="4828032"/>
            <a:ext cx="8686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0"/>
                </a:solidFill>
              </a:rPr>
              <a:t>Bright Motors  ·  Car Sales Analysis  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67208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58902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694944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42950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1488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6289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1089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5890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0690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5491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55092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59893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64693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9494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74295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79095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3896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88696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1488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17</a:t>
            </a:r>
            <a:endParaRPr lang="en-US" sz="800" b="1" dirty="0"/>
          </a:p>
        </p:txBody>
      </p:sp>
      <p:sp>
        <p:nvSpPr>
          <p:cNvPr id="29" name="Text 27"/>
          <p:cNvSpPr/>
          <p:nvPr/>
        </p:nvSpPr>
        <p:spPr>
          <a:xfrm>
            <a:off x="26289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18</a:t>
            </a:r>
            <a:endParaRPr lang="en-US" sz="800" b="1" dirty="0"/>
          </a:p>
        </p:txBody>
      </p:sp>
      <p:sp>
        <p:nvSpPr>
          <p:cNvPr id="30" name="Text 28"/>
          <p:cNvSpPr/>
          <p:nvPr/>
        </p:nvSpPr>
        <p:spPr>
          <a:xfrm>
            <a:off x="31089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19</a:t>
            </a:r>
            <a:endParaRPr lang="en-US" sz="800" b="1" dirty="0"/>
          </a:p>
        </p:txBody>
      </p:sp>
      <p:sp>
        <p:nvSpPr>
          <p:cNvPr id="31" name="Text 29"/>
          <p:cNvSpPr/>
          <p:nvPr/>
        </p:nvSpPr>
        <p:spPr>
          <a:xfrm>
            <a:off x="35890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6908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491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22</a:t>
            </a:r>
          </a:p>
        </p:txBody>
      </p:sp>
      <p:sp>
        <p:nvSpPr>
          <p:cNvPr id="34" name="Text 32"/>
          <p:cNvSpPr/>
          <p:nvPr/>
        </p:nvSpPr>
        <p:spPr>
          <a:xfrm>
            <a:off x="50292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23</a:t>
            </a:r>
            <a:endParaRPr lang="en-US" sz="800" b="1" dirty="0"/>
          </a:p>
        </p:txBody>
      </p:sp>
      <p:sp>
        <p:nvSpPr>
          <p:cNvPr id="35" name="Text 33"/>
          <p:cNvSpPr/>
          <p:nvPr/>
        </p:nvSpPr>
        <p:spPr>
          <a:xfrm>
            <a:off x="55092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24</a:t>
            </a:r>
            <a:endParaRPr lang="en-US" sz="800" b="1" dirty="0"/>
          </a:p>
        </p:txBody>
      </p:sp>
      <p:sp>
        <p:nvSpPr>
          <p:cNvPr id="36" name="Text 34"/>
          <p:cNvSpPr/>
          <p:nvPr/>
        </p:nvSpPr>
        <p:spPr>
          <a:xfrm>
            <a:off x="59893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25</a:t>
            </a:r>
            <a:endParaRPr lang="en-US" sz="800" b="1" dirty="0"/>
          </a:p>
        </p:txBody>
      </p:sp>
      <p:sp>
        <p:nvSpPr>
          <p:cNvPr id="37" name="Text 35"/>
          <p:cNvSpPr/>
          <p:nvPr/>
        </p:nvSpPr>
        <p:spPr>
          <a:xfrm>
            <a:off x="646938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26</a:t>
            </a:r>
            <a:endParaRPr lang="en-US" sz="800" b="1" dirty="0"/>
          </a:p>
        </p:txBody>
      </p:sp>
      <p:sp>
        <p:nvSpPr>
          <p:cNvPr id="38" name="Text 36"/>
          <p:cNvSpPr/>
          <p:nvPr/>
        </p:nvSpPr>
        <p:spPr>
          <a:xfrm>
            <a:off x="69494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27</a:t>
            </a:r>
          </a:p>
        </p:txBody>
      </p:sp>
      <p:sp>
        <p:nvSpPr>
          <p:cNvPr id="39" name="Text 37"/>
          <p:cNvSpPr/>
          <p:nvPr/>
        </p:nvSpPr>
        <p:spPr>
          <a:xfrm>
            <a:off x="74295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28</a:t>
            </a:r>
          </a:p>
        </p:txBody>
      </p:sp>
      <p:sp>
        <p:nvSpPr>
          <p:cNvPr id="40" name="Text 38"/>
          <p:cNvSpPr/>
          <p:nvPr/>
        </p:nvSpPr>
        <p:spPr>
          <a:xfrm>
            <a:off x="79095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29</a:t>
            </a:r>
            <a:endParaRPr lang="en-US" sz="800" b="1" dirty="0"/>
          </a:p>
        </p:txBody>
      </p:sp>
      <p:sp>
        <p:nvSpPr>
          <p:cNvPr id="41" name="Text 39"/>
          <p:cNvSpPr/>
          <p:nvPr/>
        </p:nvSpPr>
        <p:spPr>
          <a:xfrm>
            <a:off x="83896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30</a:t>
            </a:r>
            <a:endParaRPr lang="en-US" sz="800" b="1" dirty="0"/>
          </a:p>
        </p:txBody>
      </p:sp>
      <p:sp>
        <p:nvSpPr>
          <p:cNvPr id="42" name="Text 40"/>
          <p:cNvSpPr/>
          <p:nvPr/>
        </p:nvSpPr>
        <p:spPr>
          <a:xfrm>
            <a:off x="21488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Wed</a:t>
            </a:r>
          </a:p>
        </p:txBody>
      </p:sp>
      <p:sp>
        <p:nvSpPr>
          <p:cNvPr id="43" name="Text 41"/>
          <p:cNvSpPr/>
          <p:nvPr/>
        </p:nvSpPr>
        <p:spPr>
          <a:xfrm>
            <a:off x="26289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Thurs</a:t>
            </a:r>
          </a:p>
        </p:txBody>
      </p:sp>
      <p:sp>
        <p:nvSpPr>
          <p:cNvPr id="44" name="Text 42"/>
          <p:cNvSpPr/>
          <p:nvPr/>
        </p:nvSpPr>
        <p:spPr>
          <a:xfrm>
            <a:off x="31089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Fri</a:t>
            </a:r>
          </a:p>
        </p:txBody>
      </p:sp>
      <p:sp>
        <p:nvSpPr>
          <p:cNvPr id="45" name="Text 43"/>
          <p:cNvSpPr/>
          <p:nvPr/>
        </p:nvSpPr>
        <p:spPr>
          <a:xfrm>
            <a:off x="35890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Sat</a:t>
            </a:r>
          </a:p>
        </p:txBody>
      </p:sp>
      <p:sp>
        <p:nvSpPr>
          <p:cNvPr id="46" name="Text 44"/>
          <p:cNvSpPr/>
          <p:nvPr/>
        </p:nvSpPr>
        <p:spPr>
          <a:xfrm>
            <a:off x="406908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Sun</a:t>
            </a:r>
          </a:p>
        </p:txBody>
      </p:sp>
      <p:sp>
        <p:nvSpPr>
          <p:cNvPr id="47" name="Text 45"/>
          <p:cNvSpPr/>
          <p:nvPr/>
        </p:nvSpPr>
        <p:spPr>
          <a:xfrm>
            <a:off x="45491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Mon</a:t>
            </a:r>
          </a:p>
        </p:txBody>
      </p:sp>
      <p:sp>
        <p:nvSpPr>
          <p:cNvPr id="48" name="Text 46"/>
          <p:cNvSpPr/>
          <p:nvPr/>
        </p:nvSpPr>
        <p:spPr>
          <a:xfrm>
            <a:off x="50292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Tue</a:t>
            </a:r>
          </a:p>
        </p:txBody>
      </p:sp>
      <p:sp>
        <p:nvSpPr>
          <p:cNvPr id="49" name="Text 47"/>
          <p:cNvSpPr/>
          <p:nvPr/>
        </p:nvSpPr>
        <p:spPr>
          <a:xfrm>
            <a:off x="55092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Wed</a:t>
            </a:r>
          </a:p>
        </p:txBody>
      </p:sp>
      <p:sp>
        <p:nvSpPr>
          <p:cNvPr id="50" name="Text 48"/>
          <p:cNvSpPr/>
          <p:nvPr/>
        </p:nvSpPr>
        <p:spPr>
          <a:xfrm>
            <a:off x="59893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Thurs</a:t>
            </a:r>
          </a:p>
        </p:txBody>
      </p:sp>
      <p:sp>
        <p:nvSpPr>
          <p:cNvPr id="51" name="Text 49"/>
          <p:cNvSpPr/>
          <p:nvPr/>
        </p:nvSpPr>
        <p:spPr>
          <a:xfrm>
            <a:off x="646938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Fri</a:t>
            </a:r>
          </a:p>
        </p:txBody>
      </p:sp>
      <p:sp>
        <p:nvSpPr>
          <p:cNvPr id="52" name="Text 50"/>
          <p:cNvSpPr/>
          <p:nvPr/>
        </p:nvSpPr>
        <p:spPr>
          <a:xfrm>
            <a:off x="69494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Sat</a:t>
            </a:r>
          </a:p>
        </p:txBody>
      </p:sp>
      <p:sp>
        <p:nvSpPr>
          <p:cNvPr id="53" name="Text 51"/>
          <p:cNvSpPr/>
          <p:nvPr/>
        </p:nvSpPr>
        <p:spPr>
          <a:xfrm>
            <a:off x="74295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Sun</a:t>
            </a:r>
          </a:p>
        </p:txBody>
      </p:sp>
      <p:sp>
        <p:nvSpPr>
          <p:cNvPr id="54" name="Text 52"/>
          <p:cNvSpPr/>
          <p:nvPr/>
        </p:nvSpPr>
        <p:spPr>
          <a:xfrm>
            <a:off x="79095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Mon</a:t>
            </a:r>
          </a:p>
        </p:txBody>
      </p:sp>
      <p:sp>
        <p:nvSpPr>
          <p:cNvPr id="55" name="Text 53"/>
          <p:cNvSpPr/>
          <p:nvPr/>
        </p:nvSpPr>
        <p:spPr>
          <a:xfrm>
            <a:off x="83896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Tue</a:t>
            </a:r>
          </a:p>
        </p:txBody>
      </p:sp>
      <p:sp>
        <p:nvSpPr>
          <p:cNvPr id="56" name="Text 54"/>
          <p:cNvSpPr/>
          <p:nvPr/>
        </p:nvSpPr>
        <p:spPr>
          <a:xfrm>
            <a:off x="2148840" y="42976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134416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320040" y="1069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Architecture diagram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0040" y="12344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1 · Planning</a:t>
            </a:r>
          </a:p>
        </p:txBody>
      </p:sp>
      <p:sp>
        <p:nvSpPr>
          <p:cNvPr id="60" name="Shape 58"/>
          <p:cNvSpPr/>
          <p:nvPr/>
        </p:nvSpPr>
        <p:spPr>
          <a:xfrm>
            <a:off x="2167128" y="1115568"/>
            <a:ext cx="923544" cy="164592"/>
          </a:xfrm>
          <a:prstGeom prst="roundRect">
            <a:avLst>
              <a:gd name="adj" fmla="val 1666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2221992" y="1115568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5D4F4"/>
                </a:solidFill>
              </a:rPr>
              <a:t>Architecture diagram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20040" y="1655064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263070" y="1380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   Data cleaning (SQL)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0040" y="15453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</a:t>
            </a:r>
            <a:r>
              <a:rPr lang="en-US" sz="700" dirty="0">
                <a:solidFill>
                  <a:srgbClr val="8892A0"/>
                </a:solidFill>
              </a:rPr>
              <a:t> </a:t>
            </a:r>
            <a:r>
              <a:rPr lang="en-US" sz="700" dirty="0"/>
              <a:t>2 · Processing</a:t>
            </a:r>
          </a:p>
        </p:txBody>
      </p:sp>
      <p:sp>
        <p:nvSpPr>
          <p:cNvPr id="65" name="Shape 63"/>
          <p:cNvSpPr/>
          <p:nvPr/>
        </p:nvSpPr>
        <p:spPr>
          <a:xfrm>
            <a:off x="2167128" y="1426464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2221992" y="1426464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E1CB"/>
                </a:solidFill>
              </a:rPr>
              <a:t>Data cleaning (SQL)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20040" y="1965960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320040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Null handling &amp; derived cols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20040" y="18562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2 · Processing</a:t>
            </a:r>
          </a:p>
        </p:txBody>
      </p:sp>
      <p:sp>
        <p:nvSpPr>
          <p:cNvPr id="70" name="Shape 68"/>
          <p:cNvSpPr/>
          <p:nvPr/>
        </p:nvSpPr>
        <p:spPr>
          <a:xfrm>
            <a:off x="2647188" y="1737360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2702052" y="1737360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E1CB"/>
                </a:solidFill>
              </a:rPr>
              <a:t>Null handling &amp; derived cols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20040" y="2276856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320040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Revenue &amp; margin analysis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0040" y="21671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75" name="Shape 73"/>
          <p:cNvSpPr/>
          <p:nvPr/>
        </p:nvSpPr>
        <p:spPr>
          <a:xfrm>
            <a:off x="3127248" y="2048256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3182112" y="204825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Revenue &amp; margin analysis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20040" y="2587752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320040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Regional analysis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20040" y="24780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80" name="Shape 78"/>
          <p:cNvSpPr/>
          <p:nvPr/>
        </p:nvSpPr>
        <p:spPr>
          <a:xfrm>
            <a:off x="3607308" y="2359152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1" name="Text 79"/>
          <p:cNvSpPr/>
          <p:nvPr/>
        </p:nvSpPr>
        <p:spPr>
          <a:xfrm>
            <a:off x="3662172" y="235915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Regional analysis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20040" y="289864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320040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Body style &amp; transmission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20040" y="27889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85" name="Shape 83"/>
          <p:cNvSpPr/>
          <p:nvPr/>
        </p:nvSpPr>
        <p:spPr>
          <a:xfrm>
            <a:off x="4087368" y="2670048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4142232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Body style &amp; transmission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20040" y="3209544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320040" y="2935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Mileage &amp; condition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20040" y="30998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90" name="Shape 88"/>
          <p:cNvSpPr/>
          <p:nvPr/>
        </p:nvSpPr>
        <p:spPr>
          <a:xfrm>
            <a:off x="4567428" y="2980944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4622292" y="2980944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Mileage &amp; condition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20040" y="3520440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3" name="Text 91"/>
          <p:cNvSpPr/>
          <p:nvPr/>
        </p:nvSpPr>
        <p:spPr>
          <a:xfrm>
            <a:off x="320040" y="3246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Excel Analysis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20040" y="3410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Visualisation</a:t>
            </a:r>
          </a:p>
        </p:txBody>
      </p:sp>
      <p:sp>
        <p:nvSpPr>
          <p:cNvPr id="95" name="Shape 93"/>
          <p:cNvSpPr/>
          <p:nvPr/>
        </p:nvSpPr>
        <p:spPr>
          <a:xfrm>
            <a:off x="5047488" y="3291840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6" name="Text 94"/>
          <p:cNvSpPr/>
          <p:nvPr/>
        </p:nvSpPr>
        <p:spPr>
          <a:xfrm>
            <a:off x="5102352" y="32918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4C0D1"/>
                </a:solidFill>
              </a:rPr>
              <a:t>Excel charts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20040" y="3831336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320040" y="3557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Build Presentation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20040" y="3721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Presentation</a:t>
            </a:r>
          </a:p>
        </p:txBody>
      </p:sp>
      <p:sp>
        <p:nvSpPr>
          <p:cNvPr id="100" name="Shape 98"/>
          <p:cNvSpPr/>
          <p:nvPr/>
        </p:nvSpPr>
        <p:spPr>
          <a:xfrm>
            <a:off x="6007608" y="3602736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062472" y="36027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7C1C1"/>
                </a:solidFill>
              </a:rPr>
              <a:t>Slide deck build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20040" y="4142232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3" name="Text 101"/>
          <p:cNvSpPr/>
          <p:nvPr/>
        </p:nvSpPr>
        <p:spPr>
          <a:xfrm>
            <a:off x="320040" y="3867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Review &amp; corrections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20040" y="403250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Presentation</a:t>
            </a:r>
          </a:p>
        </p:txBody>
      </p:sp>
      <p:sp>
        <p:nvSpPr>
          <p:cNvPr id="105" name="Shape 103"/>
          <p:cNvSpPr/>
          <p:nvPr/>
        </p:nvSpPr>
        <p:spPr>
          <a:xfrm>
            <a:off x="6967728" y="3913632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6" name="Text 104"/>
          <p:cNvSpPr/>
          <p:nvPr/>
        </p:nvSpPr>
        <p:spPr>
          <a:xfrm>
            <a:off x="7022592" y="3913632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7C1C1"/>
                </a:solidFill>
              </a:rPr>
              <a:t>Review &amp; corrections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20040" y="445312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8" name="Text 106"/>
          <p:cNvSpPr/>
          <p:nvPr/>
        </p:nvSpPr>
        <p:spPr>
          <a:xfrm>
            <a:off x="32004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Final submission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320040" y="43434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Delivery</a:t>
            </a:r>
          </a:p>
        </p:txBody>
      </p:sp>
      <p:sp>
        <p:nvSpPr>
          <p:cNvPr id="110" name="Shape 108"/>
          <p:cNvSpPr/>
          <p:nvPr/>
        </p:nvSpPr>
        <p:spPr>
          <a:xfrm>
            <a:off x="8407908" y="4224528"/>
            <a:ext cx="443484" cy="164592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1" name="Shape 109"/>
          <p:cNvSpPr/>
          <p:nvPr/>
        </p:nvSpPr>
        <p:spPr>
          <a:xfrm>
            <a:off x="320040" y="4645152"/>
            <a:ext cx="128016" cy="12801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2" name="Text 110"/>
          <p:cNvSpPr/>
          <p:nvPr/>
        </p:nvSpPr>
        <p:spPr>
          <a:xfrm>
            <a:off x="48463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Planning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783080" y="4645152"/>
            <a:ext cx="128016" cy="12801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4" name="Text 112"/>
          <p:cNvSpPr/>
          <p:nvPr/>
        </p:nvSpPr>
        <p:spPr>
          <a:xfrm>
            <a:off x="194767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Data processing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46120" y="4645152"/>
            <a:ext cx="128016" cy="12801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6" name="Text 114"/>
          <p:cNvSpPr/>
          <p:nvPr/>
        </p:nvSpPr>
        <p:spPr>
          <a:xfrm>
            <a:off x="341071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Analysis in Databricks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709160" y="4645152"/>
            <a:ext cx="128016" cy="128016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8" name="Text 116"/>
          <p:cNvSpPr/>
          <p:nvPr/>
        </p:nvSpPr>
        <p:spPr>
          <a:xfrm>
            <a:off x="487375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Visualisation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172200" y="4645152"/>
            <a:ext cx="128016" cy="12801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0" name="Text 118"/>
          <p:cNvSpPr/>
          <p:nvPr/>
        </p:nvSpPr>
        <p:spPr>
          <a:xfrm>
            <a:off x="633679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635240" y="4645152"/>
            <a:ext cx="128016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2" name="Text 120"/>
          <p:cNvSpPr/>
          <p:nvPr/>
        </p:nvSpPr>
        <p:spPr>
          <a:xfrm>
            <a:off x="779983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Delivery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166</Words>
  <Application>Microsoft Office PowerPoint</Application>
  <PresentationFormat>On-screen Show (16:9)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Alinah Matlala</cp:lastModifiedBy>
  <cp:revision>2</cp:revision>
  <dcterms:created xsi:type="dcterms:W3CDTF">2026-06-01T21:20:55Z</dcterms:created>
  <dcterms:modified xsi:type="dcterms:W3CDTF">2026-06-02T23:52:48Z</dcterms:modified>
</cp:coreProperties>
</file>